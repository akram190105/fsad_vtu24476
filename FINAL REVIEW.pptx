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1" r:id="rId16"/>
    <p:sldId id="277" r:id="rId17"/>
    <p:sldId id="276" r:id="rId18"/>
    <p:sldId id="270" r:id="rId19"/>
    <p:sldId id="265" r:id="rId20"/>
  </p:sldIdLst>
  <p:sldSz cx="18288000" cy="10287000"/>
  <p:notesSz cx="6858000" cy="9144000"/>
  <p:embeddedFontLst>
    <p:embeddedFont>
      <p:font typeface="Bookman Old Style" panose="02050604050505020204" pitchFamily="18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Gotham" panose="020B0604020202020204" charset="0"/>
      <p:regular r:id="rId30"/>
      <p:bold r:id="rId31"/>
      <p:italic r:id="rId32"/>
      <p:boldItalic r:id="rId33"/>
    </p:embeddedFont>
    <p:embeddedFont>
      <p:font typeface="Gotham Bold Italics" panose="020B0604020202020204" charset="0"/>
      <p:regular r:id="rId30"/>
      <p:bold r:id="rId30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84" autoAdjust="0"/>
    <p:restoredTop sz="94635" autoAdjust="0"/>
  </p:normalViewPr>
  <p:slideViewPr>
    <p:cSldViewPr>
      <p:cViewPr varScale="1">
        <p:scale>
          <a:sx n="51" d="100"/>
          <a:sy n="51" d="100"/>
        </p:scale>
        <p:origin x="29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2845-04C1-B844-ADAD-D2B7E6B10DA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F017-E2A4-1F44-B443-2B0FA90EE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40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74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A23D-E090-D0E9-C8A5-C4AD1E14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0A00A-5F29-3E26-1E8F-276D8E48B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3AE1-C544-FE4C-F43C-8879A3BC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93763-2CFF-A774-E4C4-A4783F3A2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26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044F5-8977-E7FB-1729-1F8945099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D4A9CA-FB01-0332-88EA-73DA0FDCE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14F4B-A6ED-5212-3584-0144D0734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7C3C3-AC62-936D-5BDA-352CFEA83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308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1DF33-8512-E5F1-8B89-FA6CBE2C8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AAB68-A1F8-15C3-3C87-D742114B2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FF111-EF12-DB00-CF7D-DF7087665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D1B33-E6AF-6F94-F816-CD98F9F9F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70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2452725" y="-4705505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8432199" y="-239020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201465" y="5960505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CAREER SYNC-JOB PORTAL   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1028700" y="7818586"/>
            <a:ext cx="9067800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S.md.akram</a:t>
            </a:r>
            <a:r>
              <a:rPr lang="en-US" sz="3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– VTU24476– 23UECS0882</a:t>
            </a:r>
            <a:endParaRPr lang="en-IN" sz="30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9982200" y="7818586"/>
            <a:ext cx="7897968" cy="199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Courses Handling Faculty: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Dr.Hemamalini.S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Assistance Professor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501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981200" y="2524115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Job Portal Management System is a web-based application designed to connect job seekers and employers on a single platform.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an easy-to-use interface where users can search, view, and apply for jobs online from anywhere.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post job vacancies with details such as skills, experience, and salary, and manage applicants efficiently.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helps users create professional profiles and upload resumes for better visibility.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reduces manual effort involved in traditional job searching and recruitment processes.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can filter and search jobs based on category, location, skills, and experience level.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maintains application status and provides real-time notifications.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integrates REST APIs and third-party services for enhanced functionality.</a:t>
            </a:r>
            <a:endParaRPr lang="en-IN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6B3991-F175-960C-03ED-447F68E52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208814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recruitment processes are often manual, unorganized, and time-consuming, leading to delays in hiring.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need to visit multiple platforms and websites to find suitable job opportunities, which is inefficient.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system available to track job applications and monitor their current status.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struggle to manage and organize large numbers of applicants effectively.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a centralized database leads to data mismanagement and difficulty in accessing information.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difficult to filter candidates based on required skills, qualifications, and experience.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communication system between job seekers and employers for updates and notifications.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a high risk of duplicate applications or missing application records in manual systems.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49761" y="1922255"/>
            <a:ext cx="1508232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web-based Job Portal Management System that connects job seekers and employers on a single platform.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simplify and automate the recruitment process with features like job posting, job search, application tracking, and secure access.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3" y="2309629"/>
            <a:ext cx="15082325" cy="963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web-based Academic Campus Event &amp; Registration Portal.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securely register and log in to view available events.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with duplicate prevention and deadline validation.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log in separately to manage and monitor all event registrations.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stores and manages data in a centralized database.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registration reports are generated for both students and admin.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improves transparency and reduces manual errors.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secure, efficient, and organized event management.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244631" y="-2237175"/>
            <a:ext cx="11732787" cy="12976558"/>
            <a:chOff x="76200" y="47625"/>
            <a:chExt cx="867386" cy="959336"/>
          </a:xfrm>
        </p:grpSpPr>
        <p:sp>
          <p:nvSpPr>
            <p:cNvPr id="38" name="Freeform 38"/>
            <p:cNvSpPr/>
            <p:nvPr/>
          </p:nvSpPr>
          <p:spPr>
            <a:xfrm>
              <a:off x="130786" y="194161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76975" y="1181100"/>
            <a:ext cx="15082325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16E457E7-6CC0-C725-E8E8-35EC0C0A0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AF64F0E-7A20-3D52-AD8B-0CF9F1A7F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610" y="1296764"/>
            <a:ext cx="13215425" cy="85830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20BBE-D4AE-FD0D-8513-0C9EDAAB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5FCDA2F-6EEE-F6C2-CC63-A61A668A669C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E537568-0DDA-9F70-0404-7CD901B358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76EED94-8DC2-AB57-EB1F-C89546181F9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C8074C1-B01B-C07A-6EDA-30BB005A0293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0FA6438-64BE-5725-3513-D92D4BE594E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66AA46D-E494-5E76-556E-6E1A9BF4260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7723B3F-5335-E2DB-02F8-B61BB91E1DD1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8A211E7-0426-BCA1-2C39-2EDEAA3D7C1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3DFE801-E11C-63ED-631A-B9E88C2D0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E7E3F35-5FF5-36D3-A89C-173EDBDDB762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A02A412-39D3-47B6-721F-2CFED26C2F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A9A639-BB68-1857-4DE9-200267BFBA2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B0D992F-4FCD-83E3-FD6E-4F4B74D953E0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31A660E-B956-686A-D943-A35AE5624B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8A63C00-B485-59B8-F20A-B2526C63CC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6F6B78CA-3BE9-CC9C-BFAD-162A3AFFFEA1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D39F65A-B918-B747-C6C6-49970F4FEC7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0ADF056-4B48-2785-B93A-57BB5583CCF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7830DC6-27C1-0B67-328D-0FA1E0D66515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9FCF4ED1-C99E-F706-FA0F-608803A2C2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C63080DD-71BF-762C-8640-A9ECFBE696E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B3D72F49-9BD5-3691-737C-DD82CFD704A5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7B05D06-A5BA-F7A2-DD00-8A9D63A1F2E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6A2CF642-5BEF-199C-3B9F-A278F22973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0DC34337-8CBA-46A1-5D63-DE1711C089EE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00E01612-CF4E-2538-55E7-C121C491F6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09B5C74-96D4-DC02-41A0-2C5C141D990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A8C66314-1914-D8A0-5244-F8A119793BF2}"/>
              </a:ext>
            </a:extLst>
          </p:cNvPr>
          <p:cNvGrpSpPr/>
          <p:nvPr/>
        </p:nvGrpSpPr>
        <p:grpSpPr>
          <a:xfrm>
            <a:off x="11046426" y="-345215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362D80A8-2C6F-0D13-9E38-3B1DF35737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437FC99C-9411-FE63-E1EE-FC6A7788748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5974823D-264D-3302-0919-90A92F55C1E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77069B-D36B-A183-A0E7-5BC3AB84662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A127B1-4DC4-DAFB-AF0D-38FE009AEA5E}"/>
              </a:ext>
            </a:extLst>
          </p:cNvPr>
          <p:cNvSpPr txBox="1"/>
          <p:nvPr/>
        </p:nvSpPr>
        <p:spPr>
          <a:xfrm>
            <a:off x="2144318" y="1959897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Input:</a:t>
            </a:r>
          </a:p>
          <a:p>
            <a:r>
              <a:rPr lang="en-US" sz="2800" dirty="0"/>
              <a:t>User registration details, login credentials, job postings, resume uploads, and job applications.</a:t>
            </a:r>
          </a:p>
          <a:p>
            <a:endParaRPr lang="en-US" sz="2800" dirty="0"/>
          </a:p>
          <a:p>
            <a:r>
              <a:rPr lang="en-US" sz="2800" dirty="0"/>
              <a:t>Processing:</a:t>
            </a:r>
          </a:p>
          <a:p>
            <a:r>
              <a:rPr lang="en-US" sz="2800" dirty="0"/>
              <a:t>User authentication, job search and filtering, REST API handling, application submission, validation, and status tracking.</a:t>
            </a:r>
          </a:p>
          <a:p>
            <a:endParaRPr lang="en-US" sz="2800" dirty="0"/>
          </a:p>
          <a:p>
            <a:r>
              <a:rPr lang="en-US" sz="2800" dirty="0"/>
              <a:t>Database:</a:t>
            </a:r>
          </a:p>
          <a:p>
            <a:r>
              <a:rPr lang="en-US" sz="2800" dirty="0"/>
              <a:t>Stores user details, employer details, job listings, applications, and resume files.</a:t>
            </a:r>
          </a:p>
          <a:p>
            <a:endParaRPr lang="en-US" sz="2800" dirty="0"/>
          </a:p>
          <a:p>
            <a:r>
              <a:rPr lang="en-US" sz="2800" dirty="0"/>
              <a:t>External APIs:</a:t>
            </a:r>
          </a:p>
          <a:p>
            <a:r>
              <a:rPr lang="en-US" sz="2800" dirty="0" err="1"/>
              <a:t>JSearch</a:t>
            </a:r>
            <a:r>
              <a:rPr lang="en-US" sz="2800" dirty="0"/>
              <a:t> API is used to fetch live job listings.</a:t>
            </a:r>
          </a:p>
          <a:p>
            <a:r>
              <a:rPr lang="en-US" sz="2800" dirty="0" err="1"/>
              <a:t>EmailJS</a:t>
            </a:r>
            <a:r>
              <a:rPr lang="en-US" sz="2800" dirty="0"/>
              <a:t> API is used to send automated email notifications.</a:t>
            </a:r>
          </a:p>
          <a:p>
            <a:endParaRPr lang="en-US" sz="2800" dirty="0"/>
          </a:p>
          <a:p>
            <a:r>
              <a:rPr lang="en-US" sz="2800" dirty="0"/>
              <a:t>Output:</a:t>
            </a:r>
          </a:p>
          <a:p>
            <a:r>
              <a:rPr lang="en-US" sz="2800" dirty="0"/>
              <a:t>Job listings, application status updates, notifications, dashboards, and reports.</a:t>
            </a: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BEB47EAC-0F91-AE02-4A84-64D6ECC5FF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3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B70045-5DFF-1322-8555-9B98CA358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56" t="-13516" r="3056" b="12884"/>
          <a:stretch>
            <a:fillRect/>
          </a:stretch>
        </p:blipFill>
        <p:spPr>
          <a:xfrm>
            <a:off x="4866851" y="361348"/>
            <a:ext cx="8536914" cy="9784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699657" y="1655863"/>
            <a:ext cx="14610602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HTML, CSS, JavaScript,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Java, Spring Boot, Spring MVC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REST API (Spring Boot REST Controllers)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MySQL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APIs: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EmailJS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sending email notifications)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JSearch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(for fetching live job listings)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Visual Studio Code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MySQL Workbench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Spring Initializer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Minimum 4GB RAM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JDK 8 or above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Web Browser (Chrome)</a:t>
            </a:r>
            <a:endParaRPr lang="en-IN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4249400" y="-145462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27934" y="1771084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Module 1: Job Seeker (User) Module</a:t>
            </a:r>
          </a:p>
          <a:p>
            <a:r>
              <a:rPr lang="en-IN" sz="2800" b="1" dirty="0"/>
              <a:t>Handles user registration, login, profile creation, resume upload, job search, and applying for jobs.</a:t>
            </a:r>
          </a:p>
          <a:p>
            <a:endParaRPr lang="en-IN" sz="2800" b="1" dirty="0"/>
          </a:p>
          <a:p>
            <a:r>
              <a:rPr lang="en-IN" sz="2800" b="1" dirty="0"/>
              <a:t>Module 2: Employer Module</a:t>
            </a:r>
          </a:p>
          <a:p>
            <a:r>
              <a:rPr lang="en-IN" sz="2800" b="1" dirty="0"/>
              <a:t>Allows employer login, posting job vacancies, managing job listings, and viewing applicants.</a:t>
            </a:r>
          </a:p>
          <a:p>
            <a:endParaRPr lang="en-IN" sz="2800" b="1" dirty="0"/>
          </a:p>
          <a:p>
            <a:r>
              <a:rPr lang="en-IN" sz="2800" b="1" dirty="0"/>
              <a:t>Module 3: Job Management Module</a:t>
            </a:r>
          </a:p>
          <a:p>
            <a:r>
              <a:rPr lang="en-IN" sz="2800" b="1" dirty="0"/>
              <a:t>Manages job details, job updates, filtering, searching, and deletion of job postings.</a:t>
            </a:r>
          </a:p>
          <a:p>
            <a:endParaRPr lang="en-IN" sz="2800" b="1" dirty="0"/>
          </a:p>
          <a:p>
            <a:r>
              <a:rPr lang="en-IN" sz="2800" b="1" dirty="0"/>
              <a:t>Module 4: Application Management Module</a:t>
            </a:r>
          </a:p>
          <a:p>
            <a:r>
              <a:rPr lang="en-IN" sz="2800" b="1" dirty="0"/>
              <a:t>Handles job applications, application tracking, status updates, and shortlist/reject process.</a:t>
            </a:r>
          </a:p>
          <a:p>
            <a:endParaRPr lang="en-IN" sz="2800" b="1" dirty="0"/>
          </a:p>
          <a:p>
            <a:r>
              <a:rPr lang="en-IN" sz="2800" b="1" dirty="0"/>
              <a:t>Module 5: API &amp; Notification Module</a:t>
            </a:r>
          </a:p>
          <a:p>
            <a:r>
              <a:rPr lang="en-IN" sz="2800" b="1" dirty="0"/>
              <a:t>Handles integration with external APIs:</a:t>
            </a:r>
          </a:p>
          <a:p>
            <a:r>
              <a:rPr lang="en-IN" sz="2800" b="1" dirty="0"/>
              <a:t>- </a:t>
            </a:r>
            <a:r>
              <a:rPr lang="en-IN" sz="2800" b="1" dirty="0" err="1"/>
              <a:t>EmailJS</a:t>
            </a:r>
            <a:r>
              <a:rPr lang="en-IN" sz="2800" b="1" dirty="0"/>
              <a:t> for sending automated notifications</a:t>
            </a:r>
          </a:p>
          <a:p>
            <a:r>
              <a:rPr lang="en-IN" sz="2800" b="1" dirty="0"/>
              <a:t>- </a:t>
            </a:r>
            <a:r>
              <a:rPr lang="en-IN" sz="2800" b="1" dirty="0" err="1"/>
              <a:t>JSearch</a:t>
            </a:r>
            <a:r>
              <a:rPr lang="en-IN" sz="2800" b="1" dirty="0"/>
              <a:t> API for fetching real-time job listings</a:t>
            </a:r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275A1-13FA-B24A-438D-77EB2A87B09F}"/>
              </a:ext>
            </a:extLst>
          </p:cNvPr>
          <p:cNvSpPr txBox="1"/>
          <p:nvPr/>
        </p:nvSpPr>
        <p:spPr>
          <a:xfrm>
            <a:off x="7696200" y="1372210"/>
            <a:ext cx="475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F7B352-25F0-36AE-794E-B41AB4C5DCC8}"/>
              </a:ext>
            </a:extLst>
          </p:cNvPr>
          <p:cNvSpPr txBox="1"/>
          <p:nvPr/>
        </p:nvSpPr>
        <p:spPr>
          <a:xfrm>
            <a:off x="1905001" y="7930502"/>
            <a:ext cx="1569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is the main entry page of the Job Portal where users can navigate to login or sign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an overview of the platform and allows users to explore job opportunities or get started.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B0ABA0-5683-3A68-22CF-CEAB443F4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8755" y="2352495"/>
            <a:ext cx="10954124" cy="518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B656C-F43C-A151-4566-7E0B3BBECF45}"/>
              </a:ext>
            </a:extLst>
          </p:cNvPr>
          <p:cNvSpPr txBox="1"/>
          <p:nvPr/>
        </p:nvSpPr>
        <p:spPr>
          <a:xfrm>
            <a:off x="6356023" y="1369134"/>
            <a:ext cx="477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A1E25-03A2-030F-B662-D986C4F0FAEF}"/>
              </a:ext>
            </a:extLst>
          </p:cNvPr>
          <p:cNvSpPr txBox="1"/>
          <p:nvPr/>
        </p:nvSpPr>
        <p:spPr>
          <a:xfrm>
            <a:off x="3589302" y="7668153"/>
            <a:ext cx="137209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users or employer to create a new account by entering details like name, email,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ensures secure user or employer registration and provides access to the job portal features after successful signup.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5ED4C2A-5217-618F-AE14-E94A74B38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665" y="2210702"/>
            <a:ext cx="11359829" cy="51819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B79CAB-7140-742B-3E6C-6DF8A853E6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8419" y="2068650"/>
            <a:ext cx="11811000" cy="546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4BEB7-42CD-115A-E499-D08EC2B51735}"/>
              </a:ext>
            </a:extLst>
          </p:cNvPr>
          <p:cNvSpPr txBox="1"/>
          <p:nvPr/>
        </p:nvSpPr>
        <p:spPr>
          <a:xfrm>
            <a:off x="7606006" y="1214838"/>
            <a:ext cx="2899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8491B-92E9-5A7F-1666-190C36EBD9A8}"/>
              </a:ext>
            </a:extLst>
          </p:cNvPr>
          <p:cNvSpPr txBox="1"/>
          <p:nvPr/>
        </p:nvSpPr>
        <p:spPr>
          <a:xfrm>
            <a:off x="3197778" y="7227433"/>
            <a:ext cx="142615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registered users or employers to log in using their email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secure access to the system and redirects users to their respective dashboards after successful login.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F4CF36-CA78-6CA8-C70B-FE07C8B582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985832"/>
            <a:ext cx="10750145" cy="49446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F62AEB-29AA-0BC3-880A-2DAB565D7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925168"/>
            <a:ext cx="10750145" cy="510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A5319-0B33-07AE-8C86-82D029FBFC53}"/>
              </a:ext>
            </a:extLst>
          </p:cNvPr>
          <p:cNvSpPr txBox="1"/>
          <p:nvPr/>
        </p:nvSpPr>
        <p:spPr>
          <a:xfrm>
            <a:off x="5614848" y="1275323"/>
            <a:ext cx="6951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 JOB POSTING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26A9F-DD99-C913-ADE0-2182717D1411}"/>
              </a:ext>
            </a:extLst>
          </p:cNvPr>
          <p:cNvSpPr txBox="1"/>
          <p:nvPr/>
        </p:nvSpPr>
        <p:spPr>
          <a:xfrm>
            <a:off x="3225211" y="7246464"/>
            <a:ext cx="139454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employers to create and post new job vacancies by entering details like title, description,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helps employers manage job listings and attract suitable candidates for recruitment.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253ACA-30D5-73C9-802E-2CACFF5B20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5854" y="1905701"/>
            <a:ext cx="10834646" cy="514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2C194-8054-109A-8EE3-412E3D9C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62333FF-55BC-62B6-6371-72B5C2F6877E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B43F7D-E99A-3082-52B3-13374FCCFB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5755CCA-C0C8-F17B-1E8A-5783EE770ECE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DC2F419-E154-8127-7A7E-D8125C33557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6DFFE20-D36C-2238-3895-F042C5F122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38C3A07-5BCD-6F99-A8C2-0535B5F0FE9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63CF137-14A1-3B14-93D5-D3880857F65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25856C5-81A8-B2B7-FDD4-B9AD83C568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44EBA42-79B6-A479-9F7B-F8268D5AEB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0DCCF08-90C9-C9DB-A6F4-7236C9C408E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E877C9-EA89-BF91-9743-BF6642CAB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78E3713-142F-9F58-D2E8-7BFCA6BAF2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2060018-1208-5D33-0A79-10CEE5A7CE5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5F84339-96B0-C013-5C8D-0FBD8E81DB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B13E3A3-ED77-5B21-0638-992D305083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165E30-3AFD-0F72-1794-505AD16C208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5558CF-9250-2654-1B48-F50107DB4F5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C85B1B0-E1B8-397A-3581-77F3E7E2F8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2AE1FF7-1D7B-7255-81F8-5827F54C573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7DF40B-8FED-0A39-D2E5-C17EEE20EA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5601843-65BA-09E6-9884-DB02F3560B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BCB3D17-FBDC-1F95-4331-222DFD2BB0D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CDA1DE-7D96-1352-7D39-D7207F22D7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3A5E5D0-9CCB-9151-1B11-49167FE6F8C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317B326-9BC1-726E-5C29-A3937A78B23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093933-F9C6-8CFE-89C6-2F132C2AD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2454929-C98E-8F6B-53E8-795B90F7CA5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321759C-578E-151E-07C6-0A45C6753C16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34CAF82-1CBC-9427-F2F5-FA4A73C1917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98207C4-46BD-F847-1658-184D5CB92F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4520F27-A14A-916A-2BA9-6838A510E8E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E8411FA-55B3-6055-3033-48846ECD78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EFEE5-5A76-C4A5-88EE-82AE35D957E4}"/>
              </a:ext>
            </a:extLst>
          </p:cNvPr>
          <p:cNvSpPr txBox="1"/>
          <p:nvPr/>
        </p:nvSpPr>
        <p:spPr>
          <a:xfrm>
            <a:off x="6589165" y="1226631"/>
            <a:ext cx="4451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LISTINGS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6DE623-B9AD-E349-982B-7D6CAA8EC0CF}"/>
              </a:ext>
            </a:extLst>
          </p:cNvPr>
          <p:cNvSpPr txBox="1"/>
          <p:nvPr/>
        </p:nvSpPr>
        <p:spPr>
          <a:xfrm>
            <a:off x="3304081" y="7055740"/>
            <a:ext cx="13955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displays available job opportunities with details like job title, company,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users to search jobs and view detailed information before applying.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47282-2A51-77FE-12C8-87F2A23966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1174" y="2064886"/>
            <a:ext cx="9747135" cy="462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86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4D1ABC-508B-10A5-D28D-C7E91C462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3A577C9-B19A-ADDA-38CE-89B038C4B029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01A9BEF-33B5-D506-BD0E-2A690E4DD0B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B69BE9FD-5FB0-5814-E5EA-F1A6470C75A4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8(F)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AAB2939-7CC2-3518-B54E-DC435474A376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44A0E57-2D9F-CD6F-2513-7F20B60CAB9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5518B51-7DE7-ACA8-1290-E53C2297E5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542B4230-916A-E4F8-E28D-B70BFA78174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51009875-CD66-99D4-784B-91A4C93E56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8F5C88B-A930-5D67-1548-83A23BF76A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BC47802-A60D-2447-3F4A-DD70036183BB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F712E6E-5666-053E-C09B-8AF2B674448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19C9325-2720-DC69-B662-F905726F2DD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52F13BB-EF26-69EC-2C01-9B4739B55F8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717A4C3-3872-8938-A235-84DAC472A56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89558A7-FDF5-2776-125C-861974FF537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E73714BB-C985-BE85-629E-962CA8E5088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AE493497-66F3-0250-8848-D394838E5E3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6467DD9-A2D5-EF62-536A-079F6A3A6FF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B143846-9E3B-DBA6-AFC0-9F6F12069BA2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6333463-95F6-6730-3286-24CBA16E7CF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0EAA72F-6926-DDFA-CE76-F9673BB29B3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0D7580DF-B16C-2DCE-990D-9A6D5D40226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9B30F68A-1476-5C2D-5336-E76FA1EC6A2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40DA11B-E01F-3AD8-4340-3B91FF0BB6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089E3F3-A780-B4A1-71C9-4F74121E949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746A87F-502E-C5D3-3B92-7D4F4E7128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243E9AA-6187-1363-E523-FBABA93C79E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3D14A2C-5FD0-7C14-6572-434778B92E64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5A195B84-1067-A178-D0E9-F2D7F4DC1994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C6A6F3AB-3322-5A95-E3BE-251EE4FEB78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8F56650F-83A4-160C-1D7B-33B8A59B23F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3D0EF64-C56D-CC79-A917-78ACC416D94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C91212-1441-951F-8401-1B1B11766570}"/>
              </a:ext>
            </a:extLst>
          </p:cNvPr>
          <p:cNvSpPr txBox="1"/>
          <p:nvPr/>
        </p:nvSpPr>
        <p:spPr>
          <a:xfrm>
            <a:off x="6589165" y="1226631"/>
            <a:ext cx="4951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BBBF80-B968-B531-5420-D34A14765EF7}"/>
              </a:ext>
            </a:extLst>
          </p:cNvPr>
          <p:cNvSpPr txBox="1"/>
          <p:nvPr/>
        </p:nvSpPr>
        <p:spPr>
          <a:xfrm>
            <a:off x="3304081" y="7055740"/>
            <a:ext cx="13955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EmailJS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is used to send automated email notifications to users.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sends confirmation messages for job applications and status updates.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improves communication between job seekers and employers in real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ACFF66-348C-5D1A-0942-019D4C1D37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84859" y="1925696"/>
            <a:ext cx="9436049" cy="452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497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491B9B-D7D1-75BC-8B92-2DF319BB3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3663EE3B-1070-6379-A56D-388DC6DAE43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D9E0263-E548-12E1-3CC2-D174A168145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120A7CF-EB5F-5E12-2C2E-2E968447CB2F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8(E)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05B9932-2C62-8502-5852-4B48EF84D1C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8EF15AF-AF41-9350-68A3-892ED962AE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2EFDACB-7BE3-7E0E-1515-3C8C6FE441A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51F73F3F-C061-32BB-ECF6-25E21B17C108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66ECC5C-AA05-F347-7E13-4D14A1C85C6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C186C1B2-4D01-61C3-08C5-0B2C200BC6D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6D6A51A-24E6-546D-0AB7-559018EBA60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A5FA6817-7772-08FD-71F7-745F22EDAC8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C44CD00-F186-EE49-9242-EA1180AAC22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C19CFB6-FA19-2E7B-02E0-077CE2C4F1A2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86DE410-7921-BAA4-F6BC-1BD3B580132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FB40050-6344-E3CA-480F-9E65E02D355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96BADFF7-A040-517B-29C8-B92D19FE61C0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B2DEA9E-01FB-7919-268E-2BE9E0E5E36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026204E9-79DF-476F-4B7F-845BB1FFFC8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BCC706D1-B06B-416F-051C-7B758E034D3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85BC9538-3C6E-4241-10E8-B99D59A0338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C699D54D-3846-4E09-F86A-CEF2BB4BD4E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61C7F37-BC1E-FE5C-D43F-BE3B3681B7D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E3D84F1-E82D-295B-1388-11118A3510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5DB0BBE-1F04-AE36-A853-5E1C1DA30C2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F449AC48-B7C7-5293-8CA4-9942AD5BB8CE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AA37DCA-DA8A-AC83-1C5C-4E666A2F5D1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2B12322-FEDB-50A7-626C-4F829072DAC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B3C5BFE-0CDE-45C0-E618-7B311339F5EE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D3FAF8B9-9F2C-39EB-284E-0DDBFA4D901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444BBA0-2281-0D70-760F-11CDFCB7522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027D11D6-81A5-3D4B-5674-A945E743F59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A86BCE0-3D97-FCAC-6405-3F9D5DBFB5D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CA4CC7-2D2C-8F70-CBE0-A66756349D98}"/>
              </a:ext>
            </a:extLst>
          </p:cNvPr>
          <p:cNvSpPr txBox="1"/>
          <p:nvPr/>
        </p:nvSpPr>
        <p:spPr>
          <a:xfrm>
            <a:off x="6589165" y="1226631"/>
            <a:ext cx="2558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4C2501-94A2-F2A2-822D-5E204ED9D941}"/>
              </a:ext>
            </a:extLst>
          </p:cNvPr>
          <p:cNvSpPr txBox="1"/>
          <p:nvPr/>
        </p:nvSpPr>
        <p:spPr>
          <a:xfrm>
            <a:off x="3304081" y="7055740"/>
            <a:ext cx="13955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MySQL is used to store user, job, and application data in structured tables.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Spring Data JPA manages database operations and relationships efficiently.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database supports secure storage and integrates with APIs for real-time updates.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DBD193-8D9F-904F-5611-826888627A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066" y="2028165"/>
            <a:ext cx="14279968" cy="267689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065EFB1-9070-7B80-910E-AFEEA9A433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4838549"/>
            <a:ext cx="2924583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23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F6650-A943-C59C-FFEF-E35B35BB2DCC}"/>
              </a:ext>
            </a:extLst>
          </p:cNvPr>
          <p:cNvSpPr txBox="1"/>
          <p:nvPr/>
        </p:nvSpPr>
        <p:spPr>
          <a:xfrm>
            <a:off x="2667000" y="2018736"/>
            <a:ext cx="1003524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recruitment process and saves time.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job search and application for users.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manage job postings and applicants efficiently.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real-time application tracking and updates.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ensures organized data management.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internet and system availability.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security (can be improved with advanced encryption).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server availability (Spring Boot/MySQL).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4684</TotalTime>
  <Words>1384</Words>
  <Application>Microsoft Office PowerPoint</Application>
  <PresentationFormat>Custom</PresentationFormat>
  <Paragraphs>356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Cambria</vt:lpstr>
      <vt:lpstr>Aptos</vt:lpstr>
      <vt:lpstr>Gotham Bold Italics</vt:lpstr>
      <vt:lpstr>Arial</vt:lpstr>
      <vt:lpstr>Times New Roman</vt:lpstr>
      <vt:lpstr>Bookman Old Style</vt:lpstr>
      <vt:lpstr>Calibri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Achukatlu Kaif</dc:creator>
  <cp:lastModifiedBy>itzak1432@gmail.com</cp:lastModifiedBy>
  <cp:revision>81</cp:revision>
  <dcterms:created xsi:type="dcterms:W3CDTF">2006-08-16T00:00:00Z</dcterms:created>
  <dcterms:modified xsi:type="dcterms:W3CDTF">2026-05-06T07:52:54Z</dcterms:modified>
  <dc:identifier>DAHCaYqJ9OU</dc:identifier>
</cp:coreProperties>
</file>