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1" r:id="rId16"/>
    <p:sldId id="270" r:id="rId17"/>
    <p:sldId id="265" r:id="rId18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  <p:bold r:id="rId29"/>
      <p:italic r:id="rId30"/>
      <p:boldItalic r:id="rId31"/>
    </p:embeddedFont>
    <p:embeddedFont>
      <p:font typeface="Gotham Bold Italics" panose="020B0604020202020204" charset="0"/>
      <p:regular r:id="rId28"/>
      <p:bold r:id="rId28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35" autoAdjust="0"/>
  </p:normalViewPr>
  <p:slideViewPr>
    <p:cSldViewPr>
      <p:cViewPr varScale="1">
        <p:scale>
          <a:sx n="48" d="100"/>
          <a:sy n="48" d="100"/>
        </p:scale>
        <p:origin x="111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2452725" y="-4705505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8432199" y="-239020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22-04-2026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201465" y="5960505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1028700" y="7818586"/>
            <a:ext cx="9067800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Presented By:</a:t>
            </a:r>
          </a:p>
          <a:p>
            <a:pPr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ADITI BAGDE-VTU25875 (23UECS0650)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9961671" y="7818586"/>
            <a:ext cx="7897968" cy="199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Courses Handling Faculty: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Dr. HEMAMALINI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(TTS4062)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981200" y="1466182"/>
            <a:ext cx="15082325" cy="12649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Job Portal Management System is a web-based application designed to connect job seekers and employers on a single platform.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an easy-to-use interface where users can search, view, and apply for jobs online from anywhere.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post job vacancies with details such as skills, experience, and salary, and manage applicants efficiently.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helps students and job seekers create professional profiles and upload their resumes for better visibility.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reduces the manual effort involved in traditional job searching and recruitment processes.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filter and search jobs based on category, location, skills, and experience level.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maintains application status and provides real-time notifications to users.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enhances communication between job seekers and employers through automated updates and alerts.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ensures secure login with role-based access control (Student, Employer, Admin).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it simplifies, organizes, and digitalizes the recruitment process for better efficiency.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recruitment processes are often manual, unorganized, and time-consuming, leading to delays in hiring.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need to visit multiple platforms and websites to find suitable job opportunities, which is inefficient.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system available to track job applications and monitor their current status.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struggle to manage and organize large numbers of applicants effectively.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a centralized database leads to data mismanagement and difficulty in accessing information.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filter candidates based on required skills, qualifications, and experience.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communication system between job seekers and employers for updates and notifications.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high risk of duplicate applications or missing application records in manual systems.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web-based Job Portal Management System that connects job seekers and employers on a single platform.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simplify and automate the recruitment process with features like job posting, job search, application tracking, and secure access.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309629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Academic Campus Event &amp; Registration Portal.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and log in to view available events.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duplicate prevention and deadline validation.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log in separately to manage and monitor all event registrations.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stores and manages data in a centralized database.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registration reports are generated for both students and admin.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and reduces manual errors.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secure, efficient, and organized event management.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244631" y="-2237175"/>
            <a:ext cx="11732787" cy="12976558"/>
            <a:chOff x="76200" y="47625"/>
            <a:chExt cx="867386" cy="959336"/>
          </a:xfrm>
        </p:grpSpPr>
        <p:sp>
          <p:nvSpPr>
            <p:cNvPr id="38" name="Freeform 38"/>
            <p:cNvSpPr/>
            <p:nvPr/>
          </p:nvSpPr>
          <p:spPr>
            <a:xfrm>
              <a:off x="130786" y="19416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81100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41C82A-3AE1-8214-C930-CFAEBF0C7E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6" b="411"/>
          <a:stretch>
            <a:fillRect/>
          </a:stretch>
        </p:blipFill>
        <p:spPr>
          <a:xfrm>
            <a:off x="3951688" y="1592786"/>
            <a:ext cx="11055989" cy="792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20BBE-D4AE-FD0D-8513-0C9EDAAB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5FCDA2F-6EEE-F6C2-CC63-A61A668A669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E537568-0DDA-9F70-0404-7CD901B358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76EED94-8DC2-AB57-EB1F-C89546181F9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C8074C1-B01B-C07A-6EDA-30BB005A0293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0FA6438-64BE-5725-3513-D92D4BE594E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66AA46D-E494-5E76-556E-6E1A9BF426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7723B3F-5335-E2DB-02F8-B61BB91E1DD1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8A211E7-0426-BCA1-2C39-2EDEAA3D7C1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3DFE801-E11C-63ED-631A-B9E88C2D0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E7E3F35-5FF5-36D3-A89C-173EDBDDB762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A02A412-39D3-47B6-721F-2CFED26C2F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A9A639-BB68-1857-4DE9-200267BFBA2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B0D992F-4FCD-83E3-FD6E-4F4B74D953E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31A660E-B956-686A-D943-A35AE5624B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8A63C00-B485-59B8-F20A-B2526C63CC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F6B78CA-3BE9-CC9C-BFAD-162A3AFFFEA1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D39F65A-B918-B747-C6C6-49970F4FEC7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0ADF056-4B48-2785-B93A-57BB5583CC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7830DC6-27C1-0B67-328D-0FA1E0D66515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FCF4ED1-C99E-F706-FA0F-608803A2C2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63080DD-71BF-762C-8640-A9ECFBE696E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B3D72F49-9BD5-3691-737C-DD82CFD704A5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7B05D06-A5BA-F7A2-DD00-8A9D63A1F2E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A2CF642-5BEF-199C-3B9F-A278F22973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0DC34337-8CBA-46A1-5D63-DE1711C089EE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00E01612-CF4E-2538-55E7-C121C491F6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09B5C74-96D4-DC02-41A0-2C5C141D99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8C66314-1914-D8A0-5244-F8A119793BF2}"/>
              </a:ext>
            </a:extLst>
          </p:cNvPr>
          <p:cNvGrpSpPr/>
          <p:nvPr/>
        </p:nvGrpSpPr>
        <p:grpSpPr>
          <a:xfrm>
            <a:off x="11046426" y="-345215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362D80A8-2C6F-0D13-9E38-3B1DF35737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437FC99C-9411-FE63-E1EE-FC6A7788748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5974823D-264D-3302-0919-90A92F55C1E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77069B-D36B-A183-A0E7-5BC3AB84662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127B1-4DC4-DAFB-AF0D-38FE009AEA5E}"/>
              </a:ext>
            </a:extLst>
          </p:cNvPr>
          <p:cNvSpPr txBox="1"/>
          <p:nvPr/>
        </p:nvSpPr>
        <p:spPr>
          <a:xfrm>
            <a:off x="2176975" y="1181100"/>
            <a:ext cx="15082325" cy="11003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registration details, login credentials, job postings, resume uploads, and job applications.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authentication, job search and filtering, application submission, validation, and status tracking.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Stores user details, employer details, job listings, applications, and resume files.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Job listings, application status updates, notifications, user dashboard, and employer reports.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BEB47EAC-0F91-AE02-4A84-64D6ECC5F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3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B70045-5DFF-1322-8555-9B98CA358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56" t="-13516" r="3056" b="12884"/>
          <a:stretch>
            <a:fillRect/>
          </a:stretch>
        </p:blipFill>
        <p:spPr>
          <a:xfrm>
            <a:off x="4866851" y="361348"/>
            <a:ext cx="8536914" cy="9784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981200" y="2040097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HTML, CSS,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Java, Spring Boot, Spring MVC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Visual Studio Code, MySQL Workbench, Spring Initializer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System with minimum 4GB RAM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JDK 8 or above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Spring Boot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 Server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Web Browser (Chrome)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4249400" y="-145462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27934" y="1771084"/>
            <a:ext cx="15082325" cy="864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Job Seeker (User)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profile creation, resume upload, job search, and applying for jobs.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Employer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employer login, posting job vacancies, managing job listings, and viewing applicants.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3: Job Management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job details, job updates, filtering, searching, and deletion of job postings.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Application Management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job applications, application tracking, status updates, and shortlist/reject process.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Notification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email notifications and alerts for job applications, status updates, and job postings.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1905001" y="7930502"/>
            <a:ext cx="1569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is the main entry page of the Job Portal where users can navigate to login or sign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an overview of the platform and allows users to explore job opportunities or get started.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24BF6-8A8B-A62A-1CB0-EAAB8F0C4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216854"/>
            <a:ext cx="10799660" cy="520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77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831455" y="6897565"/>
            <a:ext cx="137209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users or employer to create a new account by entering details like name, email,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secure user or employer registration and provides access to the job portal features after successful signup.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F310C3-16A2-2A0D-6E6B-521034980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498" y="2066487"/>
            <a:ext cx="9692934" cy="464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7606006" y="1214838"/>
            <a:ext cx="2899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8" y="7227433"/>
            <a:ext cx="14261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registered users or employers to log in using their email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secure access to the system and redirects users to their respective dashboards after successful login.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E32E7E-B7F7-A21D-DDEE-30A76EE7C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330" y="2075354"/>
            <a:ext cx="10631139" cy="439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951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 JOB POSTING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26A9F-DD99-C913-ADE0-2182717D1411}"/>
              </a:ext>
            </a:extLst>
          </p:cNvPr>
          <p:cNvSpPr txBox="1"/>
          <p:nvPr/>
        </p:nvSpPr>
        <p:spPr>
          <a:xfrm>
            <a:off x="3225211" y="7246464"/>
            <a:ext cx="139454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create and post new job vacancies by entering details like title, description,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employers manage job listings and attract suitable candidates for recruitment.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E3D780-F366-6C66-002E-0DFEF94E4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1916569"/>
            <a:ext cx="10629240" cy="511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6589165" y="1226631"/>
            <a:ext cx="4451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LISTINGS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DE623-B9AD-E349-982B-7D6CAA8EC0CF}"/>
              </a:ext>
            </a:extLst>
          </p:cNvPr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displays available job opportunities with details like job title, company,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users to search jobs and view detailed information before applying.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688D34-ED51-870F-87F9-7EA076DC2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588" y="2198730"/>
            <a:ext cx="10960623" cy="421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67000" y="2018736"/>
            <a:ext cx="1003524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recruitment process and saves time.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and application for users.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manage job postings and applicants efficiently.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application tracking and updates.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internet and system availability.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security (can be improved with advanced encryption).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server availability (Spring Boot/MySQL).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4649</TotalTime>
  <Words>1277</Words>
  <Application>Microsoft Office PowerPoint</Application>
  <PresentationFormat>Custom</PresentationFormat>
  <Paragraphs>334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Bookman Old Style</vt:lpstr>
      <vt:lpstr>Gotham Bold Italics</vt:lpstr>
      <vt:lpstr>Times New Roman</vt:lpstr>
      <vt:lpstr>Gotham</vt:lpstr>
      <vt:lpstr>Calibri</vt:lpstr>
      <vt:lpstr>Cambria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Achukatlu Kaif</dc:creator>
  <cp:lastModifiedBy>itzak1432@gmail.com</cp:lastModifiedBy>
  <cp:revision>73</cp:revision>
  <dcterms:created xsi:type="dcterms:W3CDTF">2006-08-16T00:00:00Z</dcterms:created>
  <dcterms:modified xsi:type="dcterms:W3CDTF">2026-04-22T05:40:03Z</dcterms:modified>
  <dc:identifier>DAHCaYqJ9OU</dc:identifier>
</cp:coreProperties>
</file>